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</p:embeddedFont>
    <p:embeddedFont>
      <p:font typeface="PT Serif" panose="020F0502020204030204" pitchFamily="18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5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testphp.vulnweb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4877"/>
            <a:ext cx="9499521" cy="76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🔐</a:t>
            </a: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Vulnerability Assessment Report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32723"/>
            <a:ext cx="4535567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(Read-Only Security Review)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35194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Guru Prasanna R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375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Kali Linux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555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Tools Used: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Nmap, OWASP ZAP (Passive), Browser DevTools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736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Website: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u="sng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http://testphp.vulnweb.com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917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22/1/2026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8A5B8-3D35-DCD2-5FBF-F50D76617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771305"/>
            <a:ext cx="328851" cy="426244"/>
          </a:xfrm>
          <a:prstGeom prst="roundRect">
            <a:avLst>
              <a:gd name="adj" fmla="val 8277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9878" y="3839289"/>
            <a:ext cx="566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288274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Executive Summary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793790" y="522386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report presents the results of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passive vulnerability assessment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conducted on a publicly accessible website. The objective was to identify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security weaknesses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evaluate their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level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provide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remediation recommendations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a business-friendly manner.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5677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exploitation or intrusive testing was performed. The assessment focuses on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configuration and security posture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hacking.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D531C3-CD58-6BD5-F481-85E8C3CBB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382078"/>
            <a:ext cx="376714" cy="426244"/>
          </a:xfrm>
          <a:prstGeom prst="roundRect">
            <a:avLst>
              <a:gd name="adj" fmla="val 7225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9878" y="1450062"/>
            <a:ext cx="10453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899047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Scope &amp; Ethics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793790" y="3061454"/>
            <a:ext cx="350150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Scope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93790" y="373487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Publicly accessible pages only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53997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authentication or login bypass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34507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form exploitation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78727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data manipulation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3061454"/>
            <a:ext cx="3501509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Ethics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856321" y="373487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Passive scanning only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41770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active attacks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56321" y="461926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denial-of-service attempts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93790" y="64846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assessment follows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ethical security auditing practices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40C63B-3BE5-776B-7387-2A51F4283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48489"/>
            <a:ext cx="379452" cy="426244"/>
          </a:xfrm>
          <a:prstGeom prst="roundRect">
            <a:avLst>
              <a:gd name="adj" fmla="val 7173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316474"/>
            <a:ext cx="1072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65459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Tools &amp; Environment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793790" y="2701052"/>
            <a:ext cx="13042821" cy="4280059"/>
          </a:xfrm>
          <a:prstGeom prst="roundRect">
            <a:avLst>
              <a:gd name="adj" fmla="val 79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1410" y="270867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28343" y="285238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637598" y="285238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35899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343" y="350270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Kali Linux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350270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testing platform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00931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28343" y="415301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Nmap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637598" y="4153019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 &amp; service exposure analysis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65963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28343" y="4803338"/>
            <a:ext cx="21480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OWASP ZAP (Passive)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637598" y="4803338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web vulnerabilities safely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01410" y="567285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28343" y="581656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Browser DevTools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637598" y="581656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Header &amp; cookie inspection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632317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28343" y="646688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Canva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637598" y="6466880"/>
            <a:ext cx="99645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 report design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022A303-E4BC-521B-3921-B8F664FA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353628"/>
            <a:ext cx="382310" cy="426244"/>
          </a:xfrm>
          <a:prstGeom prst="roundRect">
            <a:avLst>
              <a:gd name="adj" fmla="val 7120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416278" y="2421612"/>
            <a:ext cx="1101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870597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Summary of Findings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6280190" y="380619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assessment identified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low to medium risk vulnerabilities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primarily related to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security headers, information disclosure, and cookie configuration issues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15004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critical vulnerabilities were observed. The findings indicate areas for improvement to enhance the overall security posture of the website.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AA293-0799-C60E-41CE-CDE4F85C5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991195"/>
            <a:ext cx="382905" cy="426244"/>
          </a:xfrm>
          <a:prstGeom prst="roundRect">
            <a:avLst>
              <a:gd name="adj" fmla="val 7109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416278" y="1059180"/>
            <a:ext cx="1107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1508165"/>
            <a:ext cx="659082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Detailed Vulnerability Findings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6280190" y="2443758"/>
            <a:ext cx="7556421" cy="4794528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3048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249710" y="2443758"/>
            <a:ext cx="121920" cy="4794528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628924" y="2701052"/>
            <a:ext cx="6904196" cy="46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🔴</a:t>
            </a: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1. Missing Content Security Policy (CSP)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628924" y="3298984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Level: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Medium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628924" y="3797975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issue?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website does not define a Content Security Policy.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628924" y="4659868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 (Simple Explanation):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Without CSP, attackers may inject malicious scripts (like XSS) that can affect users, steal sensitive data, and damage trust in the website.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628924" y="5884664"/>
            <a:ext cx="6950393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Remediation: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Configure a strict </a:t>
            </a: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Content-Security-Policy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header to limit trusted content sources (scripts, styles, images, etc.). This significantly reduces the risk of cross-site scripting (XSS) attacks.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9DD2B8-FC96-39FF-3EAF-F65D31BE7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2101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64143"/>
            <a:ext cx="382905" cy="426244"/>
          </a:xfrm>
          <a:prstGeom prst="roundRect">
            <a:avLst>
              <a:gd name="adj" fmla="val 7109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9878" y="832128"/>
            <a:ext cx="1107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81113"/>
            <a:ext cx="659082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Detailed Vulnerability Findings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793790" y="2216706"/>
            <a:ext cx="7556421" cy="5248751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3048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63310" y="2216706"/>
            <a:ext cx="121920" cy="5248751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2524" y="2474000"/>
            <a:ext cx="6950393" cy="908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🔴</a:t>
            </a: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2. Missing Anti-Clickjacking Header (X-Frame-Options)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142524" y="3518535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Level: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Medium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42524" y="4017526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issue?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website can be embedded inside other sites using frames (e.g., iframes).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42524" y="4879419"/>
            <a:ext cx="69503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Users could be tricked into clicking hidden elements or performing unintended actions on the legitimate site while viewing a malicious one. This is known as clickjacking.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42524" y="6104215"/>
            <a:ext cx="6950393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Remediation: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Add the </a:t>
            </a: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X-Frame-Options: DENY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header to prevent any framing, or use </a:t>
            </a:r>
            <a:r>
              <a:rPr lang="en-US" sz="17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frame-ancestors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directive in the Content-Security-Policy to control which sites can embed your content.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237FA0-9623-306B-B87B-F6671EEF6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632103"/>
            <a:ext cx="382905" cy="426244"/>
          </a:xfrm>
          <a:prstGeom prst="roundRect">
            <a:avLst>
              <a:gd name="adj" fmla="val 7109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9878" y="700088"/>
            <a:ext cx="1107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49072"/>
            <a:ext cx="6590824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Detailed Vulnerability Findings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793790" y="2084665"/>
            <a:ext cx="7556421" cy="5512713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 w="3048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63310" y="2084665"/>
            <a:ext cx="121920" cy="5512713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42524" y="2341959"/>
            <a:ext cx="5599390" cy="46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🟠</a:t>
            </a: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3. Absence of Anti-CSRF Tokens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142524" y="2939891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Level: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Medium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42524" y="343888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issue?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Forms on the website do not utilize Cross-Site Request Forgery (CSRF) protection tokens.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42524" y="4300776"/>
            <a:ext cx="69503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Without CSRF tokens, attackers could trick authenticated users into submitting unintended requests (e.g., changing passwords, making purchases) by crafting malicious websites or emails.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42524" y="5888474"/>
            <a:ext cx="69503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Remediation: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Implement CSRF tokens for all forms handling user input or state-changing operations. These tokens should be unique, unpredictable, and validated on the server-side for each request.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D9A107-B700-E1C2-A1CC-8746F6C7B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201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8808" y="3081933"/>
            <a:ext cx="340281" cy="379095"/>
          </a:xfrm>
          <a:prstGeom prst="roundRect">
            <a:avLst>
              <a:gd name="adj" fmla="val 7110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1059775" y="3142417"/>
            <a:ext cx="98346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38808" y="3541633"/>
            <a:ext cx="5857637" cy="529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Detailed Vulnerability Findings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938808" y="4373285"/>
            <a:ext cx="12752665" cy="3294578"/>
          </a:xfrm>
          <a:prstGeom prst="roundRect">
            <a:avLst>
              <a:gd name="adj" fmla="val 3331"/>
            </a:avLst>
          </a:prstGeom>
          <a:solidFill>
            <a:srgbClr val="FFFFFF"/>
          </a:solidFill>
          <a:ln w="2286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915948" y="4373285"/>
            <a:ext cx="91440" cy="3294578"/>
          </a:xfrm>
          <a:prstGeom prst="roundRect">
            <a:avLst>
              <a:gd name="adj" fmla="val 33075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231821" y="4597718"/>
            <a:ext cx="5815013" cy="404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🟡</a:t>
            </a: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4. Cookies Missing SameSite Attribute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231821" y="5123140"/>
            <a:ext cx="12235220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Level: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Low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31821" y="5566529"/>
            <a:ext cx="1223522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issue?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Session and other sensitive cookies are being set without the </a:t>
            </a: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attribute.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231821" y="6017538"/>
            <a:ext cx="12235220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increases exposure to Cross-Site Request Forgery (CSRF) attacks as browsers may send these cookies with cross-site requests, even when the user didn't initiate them.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31821" y="6783348"/>
            <a:ext cx="12235220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Remediation: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Configure all sensitive cookies with </a:t>
            </a: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SameSite=Strict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SameSite=Lax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prevent them from being sent with cross-site requests. </a:t>
            </a: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Strict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offers the strongest protection, while </a:t>
            </a:r>
            <a:r>
              <a:rPr lang="en-US" sz="155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Lax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provides a balance for usability.</a:t>
            </a:r>
            <a:endParaRPr lang="en-US" sz="15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18C69C-EF8D-BF2F-3A80-0C56DBA43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1A254E-5128-4552-EB42-49B67BD22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5953" y="7789307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9020" y="1075968"/>
            <a:ext cx="351473" cy="391478"/>
          </a:xfrm>
          <a:prstGeom prst="roundRect">
            <a:avLst>
              <a:gd name="adj" fmla="val 7112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53916" y="1138357"/>
            <a:ext cx="1016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9020" y="1550670"/>
            <a:ext cx="6052066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Detailed Vulnerability Findings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29020" y="2409825"/>
            <a:ext cx="7685961" cy="4743807"/>
          </a:xfrm>
          <a:prstGeom prst="roundRect">
            <a:avLst>
              <a:gd name="adj" fmla="val 2313"/>
            </a:avLst>
          </a:prstGeom>
          <a:solidFill>
            <a:srgbClr val="FFFFFF"/>
          </a:solidFill>
          <a:ln w="2286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06160" y="2409825"/>
            <a:ext cx="91440" cy="4743807"/>
          </a:xfrm>
          <a:prstGeom prst="roundRect">
            <a:avLst>
              <a:gd name="adj" fmla="val 34172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28700" y="2640925"/>
            <a:ext cx="4524494" cy="42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🟡</a:t>
            </a:r>
            <a:r>
              <a:rPr lang="en-US" sz="2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5. Server Version Disclosure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28700" y="3191232"/>
            <a:ext cx="715518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Level: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28700" y="3649504"/>
            <a:ext cx="7155180" cy="674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issue?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web server reveals specific software version details (e.g., Apache/2.4.6) in HTTP response headers (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header).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28700" y="4448770"/>
            <a:ext cx="715518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Attackers can use this information to identify the exact server software and version. If known vulnerabilities exist for that specific version, it makes the server an easier target for exploitation.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8700" y="5573792"/>
            <a:ext cx="715518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Remediation: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Configure your web server to hide or remove server version information from HTTP response headers. This can typically be done in the server's configuration files (e.g., 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httpd.conf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Apache or 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nginx.conf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Nginx) by disabling or modifying the 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ServerTokens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directive.</a:t>
            </a: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F5C198-1D9D-9BD7-8B8F-576AD36C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225" y="7759591"/>
            <a:ext cx="2162175" cy="361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786</Words>
  <Application>Microsoft Office PowerPoint</Application>
  <PresentationFormat>Custom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Arial</vt:lpstr>
      <vt:lpstr>PT Serif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Guru Prasanna</dc:creator>
  <cp:lastModifiedBy>Guru Prasanna</cp:lastModifiedBy>
  <cp:revision>2</cp:revision>
  <dcterms:created xsi:type="dcterms:W3CDTF">2026-01-22T14:19:26Z</dcterms:created>
  <dcterms:modified xsi:type="dcterms:W3CDTF">2026-01-22T14:29:10Z</dcterms:modified>
</cp:coreProperties>
</file>